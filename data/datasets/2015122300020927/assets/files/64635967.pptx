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61" r:id="rId3"/>
    <p:sldId id="270" r:id="rId4"/>
    <p:sldId id="271" r:id="rId5"/>
    <p:sldId id="264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221" autoAdjust="0"/>
  </p:normalViewPr>
  <p:slideViewPr>
    <p:cSldViewPr snapToGrid="0">
      <p:cViewPr>
        <p:scale>
          <a:sx n="100" d="100"/>
          <a:sy n="100" d="100"/>
        </p:scale>
        <p:origin x="9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0FF2D-D6B4-4CDA-BD05-C47F02016D4C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35DBD-C69F-4EAE-AD25-54985B337D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799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35DBD-C69F-4EAE-AD25-54985B337DB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747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733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626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314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364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728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108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74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643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368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268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729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8798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6266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342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024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27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5474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2751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AAD5A-F21D-4762-8E0A-57B05409385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249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CE6E-7EF9-43E2-B701-0677B3A92A3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ABB3-E742-4E7A-9CE6-E8996CF23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961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CE6E-7EF9-43E2-B701-0677B3A92A3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ABB3-E742-4E7A-9CE6-E8996CF23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46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CE6E-7EF9-43E2-B701-0677B3A92A3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ABB3-E742-4E7A-9CE6-E8996CF23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454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CE6E-7EF9-43E2-B701-0677B3A92A3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ABB3-E742-4E7A-9CE6-E8996CF23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214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CE6E-7EF9-43E2-B701-0677B3A92A3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ABB3-E742-4E7A-9CE6-E8996CF23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404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CE6E-7EF9-43E2-B701-0677B3A92A3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ABB3-E742-4E7A-9CE6-E8996CF23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100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CE6E-7EF9-43E2-B701-0677B3A92A3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ABB3-E742-4E7A-9CE6-E8996CF23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181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CE6E-7EF9-43E2-B701-0677B3A92A3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ABB3-E742-4E7A-9CE6-E8996CF23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543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CE6E-7EF9-43E2-B701-0677B3A92A3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ABB3-E742-4E7A-9CE6-E8996CF23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189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CE6E-7EF9-43E2-B701-0677B3A92A3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ABB3-E742-4E7A-9CE6-E8996CF23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99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CE6E-7EF9-43E2-B701-0677B3A92A3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ABB3-E742-4E7A-9CE6-E8996CF23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326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DCE6E-7EF9-43E2-B701-0677B3A92A3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4ABB3-E742-4E7A-9CE6-E8996CF234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804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457199" y="279400"/>
            <a:ext cx="2862197" cy="355600"/>
          </a:xfrm>
          <a:prstGeom prst="roundRect">
            <a:avLst>
              <a:gd name="adj" fmla="val 996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LH </a:t>
            </a:r>
            <a:r>
              <a:rPr lang="ko-KR" altLang="en-US" sz="1200" b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경기남부지역본부 든든전세주택</a:t>
            </a:r>
            <a:endParaRPr lang="ko-KR" altLang="en-US" sz="1200" b="1"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0399" y="1090713"/>
            <a:ext cx="3938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로렌하우스</a:t>
            </a:r>
            <a:endParaRPr lang="ko-KR" alt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0400" y="1752600"/>
            <a:ext cx="48167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경기도 </a:t>
            </a:r>
            <a:r>
              <a:rPr lang="ko-KR" altLang="en-US" sz="1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오산시 </a:t>
            </a:r>
            <a:r>
              <a:rPr lang="ko-KR" altLang="en-US" sz="16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금암로</a:t>
            </a:r>
            <a:r>
              <a:rPr lang="en-US" altLang="ko-KR" sz="16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15-1 </a:t>
            </a:r>
            <a:r>
              <a:rPr lang="ko-KR" altLang="en-US" sz="16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일대</a:t>
            </a:r>
            <a:r>
              <a:rPr lang="en-US" altLang="ko-KR" sz="16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</a:t>
            </a:r>
            <a:r>
              <a:rPr lang="ko-KR" altLang="en-US" sz="16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금암동</a:t>
            </a:r>
            <a:r>
              <a:rPr lang="en-US" altLang="ko-KR" sz="16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1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660400" y="2362200"/>
            <a:ext cx="4826000" cy="3048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위    치</a:t>
            </a:r>
            <a:endParaRPr lang="en-US" altLang="ko-KR" sz="160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6654801" y="685800"/>
            <a:ext cx="4826000" cy="3048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  택    외  부</a:t>
            </a:r>
            <a:endParaRPr lang="en-US" altLang="ko-KR" sz="160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양쪽 모서리가 잘린 사각형 2"/>
          <p:cNvSpPr/>
          <p:nvPr/>
        </p:nvSpPr>
        <p:spPr>
          <a:xfrm>
            <a:off x="6654801" y="1098648"/>
            <a:ext cx="4826000" cy="196751"/>
          </a:xfrm>
          <a:prstGeom prst="snip2Same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/>
          </a:p>
        </p:txBody>
      </p:sp>
      <p:sp>
        <p:nvSpPr>
          <p:cNvPr id="5" name="TextBox 4"/>
          <p:cNvSpPr txBox="1"/>
          <p:nvPr/>
        </p:nvSpPr>
        <p:spPr>
          <a:xfrm>
            <a:off x="6984993" y="1079074"/>
            <a:ext cx="401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경기도 </a:t>
            </a:r>
            <a:r>
              <a:rPr lang="ko-KR" altLang="en-US" sz="10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오산시 </a:t>
            </a:r>
            <a:r>
              <a:rPr lang="ko-KR" altLang="en-US" sz="10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금암로 </a:t>
            </a:r>
            <a:r>
              <a:rPr lang="en-US" altLang="ko-KR" sz="10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15-1 </a:t>
            </a:r>
            <a:r>
              <a:rPr lang="ko-KR" altLang="en-US" sz="10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일대</a:t>
            </a:r>
            <a:r>
              <a:rPr lang="en-US" altLang="ko-KR" sz="10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0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금암동</a:t>
            </a:r>
            <a:r>
              <a:rPr lang="en-US" altLang="ko-KR" sz="10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10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5782" y="6181253"/>
            <a:ext cx="482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* </a:t>
            </a:r>
            <a:r>
              <a:rPr lang="ko-KR" altLang="en-US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홈플러스 오산점 도보 </a:t>
            </a:r>
            <a:r>
              <a:rPr lang="en-US" altLang="ko-KR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18</a:t>
            </a:r>
            <a:r>
              <a:rPr lang="ko-KR" altLang="en-US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분 소요</a:t>
            </a:r>
            <a:endParaRPr lang="en-US" altLang="ko-KR" sz="900" smtClean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1164" y="5984050"/>
            <a:ext cx="482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* </a:t>
            </a:r>
            <a:r>
              <a:rPr lang="ko-KR" altLang="en-US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오산대역 </a:t>
            </a:r>
            <a:r>
              <a:rPr lang="en-US" altLang="ko-KR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</a:t>
            </a:r>
            <a:r>
              <a:rPr lang="ko-KR" altLang="en-US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번 버스</a:t>
            </a:r>
            <a:r>
              <a:rPr lang="en-US" altLang="ko-KR" sz="9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5</a:t>
            </a:r>
            <a:r>
              <a:rPr lang="ko-KR" altLang="en-US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분 소요</a:t>
            </a:r>
            <a:endParaRPr lang="ko-KR" altLang="en-US" sz="9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439742" y="4070856"/>
            <a:ext cx="3258000" cy="2379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43094" y="6181652"/>
            <a:ext cx="660400" cy="24622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주위환경</a:t>
            </a:r>
            <a:endParaRPr lang="ko-KR" altLang="en-US" sz="100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6" name="그림 15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22400" y="2759938"/>
            <a:ext cx="4302000" cy="3204000"/>
          </a:xfrm>
          <a:prstGeom prst="rect">
            <a:avLst/>
          </a:prstGeom>
        </p:spPr>
      </p:pic>
      <p:pic>
        <p:nvPicPr>
          <p:cNvPr id="17" name="그림 16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438801" y="1367875"/>
            <a:ext cx="3258000" cy="2660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39742" y="3803841"/>
            <a:ext cx="660400" cy="24622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외부전경</a:t>
            </a:r>
            <a:endParaRPr lang="ko-KR" altLang="en-US" sz="100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18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618117" y="779518"/>
            <a:ext cx="10807272" cy="5588000"/>
            <a:chOff x="622728" y="939800"/>
            <a:chExt cx="10807272" cy="5384800"/>
          </a:xfrm>
        </p:grpSpPr>
        <p:sp>
          <p:nvSpPr>
            <p:cNvPr id="17" name="모서리가 둥근 직사각형 16"/>
            <p:cNvSpPr/>
            <p:nvPr/>
          </p:nvSpPr>
          <p:spPr>
            <a:xfrm>
              <a:off x="622728" y="939800"/>
              <a:ext cx="10807272" cy="5384800"/>
            </a:xfrm>
            <a:prstGeom prst="roundRect">
              <a:avLst>
                <a:gd name="adj" fmla="val 5396"/>
              </a:avLst>
            </a:prstGeom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sz="160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21" name="모서리가 둥근 직사각형 20"/>
            <p:cNvSpPr/>
            <p:nvPr/>
          </p:nvSpPr>
          <p:spPr>
            <a:xfrm>
              <a:off x="3528958" y="939800"/>
              <a:ext cx="5232995" cy="3048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956781" algn="l"/>
                </a:tabLst>
              </a:pPr>
              <a:r>
                <a:rPr lang="ko-KR" altLang="en-US" sz="160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주</a:t>
              </a:r>
              <a:r>
                <a:rPr lang="en-US" altLang="ko-KR" sz="160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 </a:t>
              </a:r>
              <a:r>
                <a:rPr lang="ko-KR" altLang="en-US" sz="160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택  내  부</a:t>
              </a:r>
              <a:endParaRPr lang="en-US" altLang="ko-KR" sz="16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457199" y="279400"/>
            <a:ext cx="2862197" cy="355600"/>
          </a:xfrm>
          <a:prstGeom prst="roundRect">
            <a:avLst>
              <a:gd name="adj" fmla="val 996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LH </a:t>
            </a:r>
            <a:r>
              <a:rPr lang="ko-KR" altLang="en-US" sz="1200" b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경기남부지역본부 든든전세주택</a:t>
            </a:r>
            <a:endParaRPr lang="ko-KR" altLang="en-US" sz="1200" b="1"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562862" y="5981412"/>
            <a:ext cx="508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* </a:t>
            </a:r>
            <a:r>
              <a:rPr lang="ko-KR" altLang="en-US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일부세대의 </a:t>
            </a:r>
            <a:r>
              <a:rPr lang="ko-KR" altLang="en-US" sz="9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내부 이미지 입니다</a:t>
            </a:r>
            <a:r>
              <a:rPr lang="en-US" altLang="ko-KR" sz="9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9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세대별 구조 및 마감재가 다를 수 있습니다</a:t>
            </a:r>
            <a:r>
              <a:rPr lang="en-US" altLang="ko-KR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endParaRPr lang="ko-KR" altLang="en-US" sz="9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6" name="그림 5"/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96" y="2043249"/>
            <a:ext cx="3380400" cy="2455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6019" y="4292238"/>
            <a:ext cx="456739" cy="2154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거실</a:t>
            </a:r>
          </a:p>
        </p:txBody>
      </p:sp>
      <p:pic>
        <p:nvPicPr>
          <p:cNvPr id="8" name="그림 7"/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360" y="2052482"/>
            <a:ext cx="3380400" cy="2455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42360" y="4282313"/>
            <a:ext cx="456739" cy="2154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주방</a:t>
            </a:r>
            <a:endParaRPr lang="ko-KR" altLang="en-US" sz="80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9" name="그림 18"/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917" y="2036733"/>
            <a:ext cx="3380400" cy="2455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981917" y="4276489"/>
            <a:ext cx="555593" cy="2154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화장실</a:t>
            </a:r>
            <a:endParaRPr lang="ko-KR" altLang="en-US" sz="80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194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737208" y="838200"/>
            <a:ext cx="10807272" cy="5588000"/>
            <a:chOff x="622728" y="939800"/>
            <a:chExt cx="10807272" cy="5384800"/>
          </a:xfrm>
        </p:grpSpPr>
        <p:sp>
          <p:nvSpPr>
            <p:cNvPr id="17" name="모서리가 둥근 직사각형 16"/>
            <p:cNvSpPr/>
            <p:nvPr/>
          </p:nvSpPr>
          <p:spPr>
            <a:xfrm>
              <a:off x="622728" y="939800"/>
              <a:ext cx="10807272" cy="5384800"/>
            </a:xfrm>
            <a:prstGeom prst="roundRect">
              <a:avLst>
                <a:gd name="adj" fmla="val 5396"/>
              </a:avLst>
            </a:prstGeom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sz="160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21" name="모서리가 둥근 직사각형 20"/>
            <p:cNvSpPr/>
            <p:nvPr/>
          </p:nvSpPr>
          <p:spPr>
            <a:xfrm>
              <a:off x="3528958" y="939800"/>
              <a:ext cx="5232995" cy="3048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956781" algn="l"/>
                </a:tabLst>
              </a:pPr>
              <a:r>
                <a:rPr lang="ko-KR" altLang="en-US" sz="160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주</a:t>
              </a:r>
              <a:r>
                <a:rPr lang="en-US" altLang="ko-KR" sz="160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 </a:t>
              </a:r>
              <a:r>
                <a:rPr lang="ko-KR" altLang="en-US" sz="160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택  내  부</a:t>
              </a:r>
              <a:endParaRPr lang="en-US" altLang="ko-KR" sz="16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457199" y="279400"/>
            <a:ext cx="2862197" cy="355600"/>
          </a:xfrm>
          <a:prstGeom prst="roundRect">
            <a:avLst>
              <a:gd name="adj" fmla="val 996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LH </a:t>
            </a:r>
            <a:r>
              <a:rPr lang="ko-KR" altLang="en-US" sz="1200" b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경기남부지역본부 든든전세주택</a:t>
            </a:r>
            <a:endParaRPr lang="ko-KR" altLang="en-US" sz="1200" b="1"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562862" y="5981412"/>
            <a:ext cx="508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* </a:t>
            </a:r>
            <a:r>
              <a:rPr lang="ko-KR" altLang="en-US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일부세대의 </a:t>
            </a:r>
            <a:r>
              <a:rPr lang="ko-KR" altLang="en-US" sz="9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내부 이미지 입니다</a:t>
            </a:r>
            <a:r>
              <a:rPr lang="en-US" altLang="ko-KR" sz="9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9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세대별 구조 및 마감재가 다를 수 있습니다</a:t>
            </a:r>
            <a:r>
              <a:rPr lang="en-US" altLang="ko-KR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endParaRPr lang="ko-KR" altLang="en-US" sz="9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/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31" y="2036733"/>
            <a:ext cx="3380400" cy="2455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6019" y="4292238"/>
            <a:ext cx="788177" cy="2154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1~2</a:t>
            </a:r>
            <a:r>
              <a:rPr lang="ko-KR" altLang="en-US" sz="80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층  계단</a:t>
            </a:r>
            <a:endParaRPr lang="ko-KR" altLang="en-US" sz="80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3" name="그림 2"/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917" y="2036733"/>
            <a:ext cx="3380400" cy="2455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981917" y="4276489"/>
            <a:ext cx="456739" cy="2154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</a:t>
            </a:r>
            <a:r>
              <a:rPr lang="en-US" altLang="ko-KR" sz="80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endParaRPr lang="ko-KR" altLang="en-US" sz="80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7" name="그림 6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450644" y="2036733"/>
            <a:ext cx="3380400" cy="2455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42360" y="4282313"/>
            <a:ext cx="540187" cy="2154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</a:t>
            </a:r>
            <a:r>
              <a:rPr lang="en-US" altLang="ko-KR" sz="80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endParaRPr lang="ko-KR" altLang="en-US" sz="80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081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641564" y="838200"/>
            <a:ext cx="10807272" cy="5588000"/>
            <a:chOff x="622728" y="939800"/>
            <a:chExt cx="10807272" cy="5384800"/>
          </a:xfrm>
        </p:grpSpPr>
        <p:sp>
          <p:nvSpPr>
            <p:cNvPr id="17" name="모서리가 둥근 직사각형 16"/>
            <p:cNvSpPr/>
            <p:nvPr/>
          </p:nvSpPr>
          <p:spPr>
            <a:xfrm>
              <a:off x="622728" y="939800"/>
              <a:ext cx="10807272" cy="5384800"/>
            </a:xfrm>
            <a:prstGeom prst="roundRect">
              <a:avLst>
                <a:gd name="adj" fmla="val 5396"/>
              </a:avLst>
            </a:prstGeom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sz="160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21" name="모서리가 둥근 직사각형 20"/>
            <p:cNvSpPr/>
            <p:nvPr/>
          </p:nvSpPr>
          <p:spPr>
            <a:xfrm>
              <a:off x="3528958" y="939800"/>
              <a:ext cx="5232995" cy="3048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956781" algn="l"/>
                </a:tabLst>
              </a:pPr>
              <a:r>
                <a:rPr lang="ko-KR" altLang="en-US" sz="160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주</a:t>
              </a:r>
              <a:r>
                <a:rPr lang="en-US" altLang="ko-KR" sz="160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 </a:t>
              </a:r>
              <a:r>
                <a:rPr lang="ko-KR" altLang="en-US" sz="160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택  내  부</a:t>
              </a:r>
              <a:endParaRPr lang="en-US" altLang="ko-KR" sz="16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457199" y="279400"/>
            <a:ext cx="2862197" cy="355600"/>
          </a:xfrm>
          <a:prstGeom prst="roundRect">
            <a:avLst>
              <a:gd name="adj" fmla="val 996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LH </a:t>
            </a:r>
            <a:r>
              <a:rPr lang="ko-KR" altLang="en-US" sz="1200" b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경기남부지역본부 든든전세주택</a:t>
            </a:r>
            <a:endParaRPr lang="ko-KR" altLang="en-US" sz="1200" b="1"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562862" y="5981412"/>
            <a:ext cx="508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* </a:t>
            </a:r>
            <a:r>
              <a:rPr lang="ko-KR" altLang="en-US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일부세대의 </a:t>
            </a:r>
            <a:r>
              <a:rPr lang="ko-KR" altLang="en-US" sz="9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내부 이미지 입니다</a:t>
            </a:r>
            <a:r>
              <a:rPr lang="en-US" altLang="ko-KR" sz="9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9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세대별 구조 및 마감재가 다를 수 있습니다</a:t>
            </a:r>
            <a:r>
              <a:rPr lang="en-US" altLang="ko-KR" sz="9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endParaRPr lang="ko-KR" altLang="en-US" sz="9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6" name="그림 5"/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644" y="2030611"/>
            <a:ext cx="3380400" cy="2455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42360" y="4282313"/>
            <a:ext cx="540187" cy="2154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외부</a:t>
            </a:r>
            <a:endParaRPr lang="ko-KR" altLang="en-US" sz="80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9" name="그림 18"/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31" y="2019207"/>
            <a:ext cx="3380400" cy="2455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9731" y="4270367"/>
            <a:ext cx="540187" cy="2154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다락방</a:t>
            </a:r>
            <a:endParaRPr lang="ko-KR" altLang="en-US" sz="80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8" name="그림 7"/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917" y="2042557"/>
            <a:ext cx="3380400" cy="2455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981917" y="4276489"/>
            <a:ext cx="456739" cy="2154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옥상</a:t>
            </a:r>
            <a:endParaRPr lang="ko-KR" altLang="en-US" sz="80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317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69" y="720436"/>
            <a:ext cx="11390862" cy="536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4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863" y="666624"/>
            <a:ext cx="5710238" cy="547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983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18" y="1092319"/>
            <a:ext cx="11282363" cy="516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1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006" y="400075"/>
            <a:ext cx="5544344" cy="600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54" y="1009650"/>
            <a:ext cx="11324492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78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112" y="712176"/>
            <a:ext cx="5210175" cy="538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316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1" y="765488"/>
            <a:ext cx="11277600" cy="534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74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0" y="454347"/>
            <a:ext cx="6410325" cy="589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88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3" y="923925"/>
            <a:ext cx="11446054" cy="521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0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675" y="621058"/>
            <a:ext cx="6334125" cy="576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2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971549"/>
            <a:ext cx="11438695" cy="522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94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707" y="538956"/>
            <a:ext cx="6452986" cy="572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3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56" y="1565880"/>
            <a:ext cx="10606088" cy="418721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019425" y="2724150"/>
            <a:ext cx="504825" cy="20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49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68" y="598488"/>
            <a:ext cx="11427082" cy="539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0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56" y="997909"/>
            <a:ext cx="11063288" cy="514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/>
          <p:cNvSpPr/>
          <p:nvPr/>
        </p:nvSpPr>
        <p:spPr>
          <a:xfrm>
            <a:off x="203200" y="177800"/>
            <a:ext cx="11684000" cy="6451600"/>
          </a:xfrm>
          <a:prstGeom prst="frame">
            <a:avLst>
              <a:gd name="adj1" fmla="val 162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331" y="670760"/>
            <a:ext cx="6281738" cy="562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09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139</Words>
  <Application>Microsoft Office PowerPoint</Application>
  <PresentationFormat>와이드스크린</PresentationFormat>
  <Paragraphs>48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나눔고딕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정다혜</dc:creator>
  <cp:lastModifiedBy>이재화</cp:lastModifiedBy>
  <cp:revision>92</cp:revision>
  <dcterms:created xsi:type="dcterms:W3CDTF">2024-06-19T04:36:33Z</dcterms:created>
  <dcterms:modified xsi:type="dcterms:W3CDTF">2025-12-04T01:14:01Z</dcterms:modified>
</cp:coreProperties>
</file>